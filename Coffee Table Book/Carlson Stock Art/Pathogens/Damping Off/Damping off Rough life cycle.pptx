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2"/>
  </p:normalViewPr>
  <p:slideViewPr>
    <p:cSldViewPr snapToGrid="0">
      <p:cViewPr varScale="1">
        <p:scale>
          <a:sx n="88" d="100"/>
          <a:sy n="8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56F8-861C-3B03-87A5-129CAE75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2FE97-BD6E-DA7E-BB18-670F0BEA1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3875-2232-D318-EA62-30B3C4FA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E0BE8-FE96-3B68-2403-2B5D103E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8B7EF-BFBC-D21D-69F4-AE2F8669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3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E007-FD03-78F9-38EF-6D1057C1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64265-529C-F842-4BD2-7DC73E01B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7D6CB-B973-BB68-1763-C73C5065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5DA28-422A-14C7-63F0-C5BAF3A7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EEDCF-5A56-D6CA-85C5-CAD0483C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0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F774-F93E-5AE8-681F-2739432A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F8784-393F-0389-A6EE-4FE593760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8004-E175-7A73-3049-84DAEE63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125BE-2BCC-D1CE-1FC5-BD1A8686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3EBBA-D3BF-339D-7550-EDCFFA59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6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927A-E4EB-D503-926C-76E81BB1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3290D-0827-B0F2-894C-2C911EFDF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476B1-2671-B932-FABC-4514CB3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91665-52D1-D45A-4C7D-7077C859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ECD32-2FA2-F7F4-540A-0BD7F258E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4EE05-F4A9-C8C5-EE9D-2A3414EE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5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BF7C-661A-5F79-1B04-FA923F5B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38E2D-99BB-B1E6-21C6-508E287C1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AEA2B-8699-3F67-EF47-37C8EAD26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22A6B-A9E0-38BA-7C74-33CCA9649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BB809-4486-A7F6-DB53-5772D0BCE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C5200-3FBD-F114-3707-0AF5CA8C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B1D80-700F-57CD-9DA4-B757CDF5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244F9-0C68-EA84-6E68-7EAFE50C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17F2-6326-E70A-3A7B-152E76CB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4AC95-6734-48B1-F33F-917DB450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33F07-8BEF-6394-EA8A-5F475987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5642E-B1CE-967B-768B-CE4C0F5A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0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5F5C0-9001-8370-44C7-912727A2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9DEF1-8399-5D0B-B0B3-8BB4908A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388DD-93AA-A072-26DF-9004E22E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5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A208-3940-8A49-4491-9AF627F9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3A80-C380-47DE-9B89-7667A8B4E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84739-2F4B-1E94-0375-8E87AE67B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FFA65-A7C9-E453-B4A5-9CEE2F7B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97A27-5C45-7531-2C35-952F9E61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E296F-7603-AB96-E02F-9E4577C58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8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6F2F-5190-5F8B-DC75-CA627D74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32B10-352C-C46E-397C-2972B4BE4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5CDE9-5AD0-EA75-A7ED-6A0E61E1B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B50A3-8B53-1DC5-1794-B357941F5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B679B-4BA2-D08D-C4D7-F8C9B66C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6EB7-148E-C957-5549-2CC254B8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0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9DDD-5458-E0EB-F5C6-BF6C1601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3AE85-9299-14F2-8D93-B99F954A2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2E0EF-513D-C978-05B3-A0292A5B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4C0E2-2447-EF12-D02A-6FD9FB1E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66B52-A8FF-DB9F-1C81-38B3980D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7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6A7CB-CB71-3075-CD97-11EF1D073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B7103-1CFE-F617-023B-782ADFCDF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5A87-24DD-9CBE-5258-469588E8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33853-40AD-8FD3-D1EE-83930C39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2ADD-07C8-7C0E-B6AC-A73B946B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9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5408-F59B-6234-FC72-AA13E987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27262-9B39-67EF-7560-6F1FD98F0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6CA90-60E9-4EFC-89DB-C6F3754D1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225E2-3E2D-DA46-8D35-628514A37C47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95CE8-F9AD-7AE7-5AFA-CB8020652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38A28-50A3-4700-CB24-D588ED7DD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9D0AC-14A1-7E44-AF03-17E8BF307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0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FB07D07-0323-3897-3782-0265D81A9ED3}"/>
              </a:ext>
            </a:extLst>
          </p:cNvPr>
          <p:cNvGrpSpPr/>
          <p:nvPr/>
        </p:nvGrpSpPr>
        <p:grpSpPr>
          <a:xfrm>
            <a:off x="4682820" y="659530"/>
            <a:ext cx="5156200" cy="4000152"/>
            <a:chOff x="4682820" y="659530"/>
            <a:chExt cx="5156200" cy="40001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C7CBBFB-D3A6-21CC-6A3A-FF49ED246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2820" y="659530"/>
              <a:ext cx="5156200" cy="38354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0E5C6E-6656-EC8E-C997-A882491BA801}"/>
                </a:ext>
              </a:extLst>
            </p:cNvPr>
            <p:cNvSpPr/>
            <p:nvPr/>
          </p:nvSpPr>
          <p:spPr>
            <a:xfrm>
              <a:off x="4682820" y="3429000"/>
              <a:ext cx="1413180" cy="1230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FDFD4EF-BCA5-F45C-41F5-AD414BBBA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20" y="1052708"/>
            <a:ext cx="1625600" cy="3124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E0800A-5A72-6BEB-31E4-D005A920C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811" y="4044341"/>
            <a:ext cx="1447800" cy="2501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4F076B-A065-D888-9259-A1BC7CD6E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19" y="4215791"/>
            <a:ext cx="1409700" cy="215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764563-8BFB-9627-99D4-A0ADF1DAB4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381" r="19417"/>
          <a:stretch/>
        </p:blipFill>
        <p:spPr>
          <a:xfrm>
            <a:off x="7138608" y="4772115"/>
            <a:ext cx="1657804" cy="149694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156464-32F6-8DFB-850E-0DE4E6028DE0}"/>
              </a:ext>
            </a:extLst>
          </p:cNvPr>
          <p:cNvGrpSpPr/>
          <p:nvPr/>
        </p:nvGrpSpPr>
        <p:grpSpPr>
          <a:xfrm>
            <a:off x="9839020" y="2955770"/>
            <a:ext cx="1642806" cy="1947668"/>
            <a:chOff x="9431594" y="2360683"/>
            <a:chExt cx="2571719" cy="267670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7B036D3-9330-5F69-80FB-C262FEC8A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31594" y="2576881"/>
              <a:ext cx="2571719" cy="246050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E1433E-2B40-847F-AB9F-3B584F3BC655}"/>
                </a:ext>
              </a:extLst>
            </p:cNvPr>
            <p:cNvSpPr/>
            <p:nvPr/>
          </p:nvSpPr>
          <p:spPr>
            <a:xfrm>
              <a:off x="11263086" y="2360683"/>
              <a:ext cx="740227" cy="16836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E03F991D-5DFD-6B1A-0BAB-E0F0974B6A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14973" y="5109104"/>
            <a:ext cx="1545450" cy="638551"/>
          </a:xfrm>
          <a:prstGeom prst="curved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90D07343-6DE9-646D-43D7-0874A4AAB2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73596" y="2378335"/>
            <a:ext cx="848851" cy="620643"/>
          </a:xfrm>
          <a:prstGeom prst="curved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67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kaszynski</dc:creator>
  <cp:lastModifiedBy>kyle kaszynski</cp:lastModifiedBy>
  <cp:revision>2</cp:revision>
  <dcterms:created xsi:type="dcterms:W3CDTF">2025-01-22T21:14:21Z</dcterms:created>
  <dcterms:modified xsi:type="dcterms:W3CDTF">2025-01-22T21:37:00Z</dcterms:modified>
</cp:coreProperties>
</file>