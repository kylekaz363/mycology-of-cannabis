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1"/>
  </p:normalViewPr>
  <p:slideViewPr>
    <p:cSldViewPr snapToGrid="0">
      <p:cViewPr>
        <p:scale>
          <a:sx n="93" d="100"/>
          <a:sy n="93" d="100"/>
        </p:scale>
        <p:origin x="132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1183-1CAD-4175-7596-7922FB275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0FC2B-C13E-9395-703B-AF1267AD6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8044-81B9-BCD1-0248-9F08E82B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31B67-E1E7-E8FD-1C95-7CB60CBB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2440D-A1F2-8ED6-4AB7-05138A1F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1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0BB9-F8B6-08A9-D54B-2D5EE6AE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8180D-FFAF-6128-2B7F-D8866C15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ABE2E-6056-9AC9-B842-0C8C33C6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23A91-4ABB-6AA5-6F76-3EBD8543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73706-5B81-513D-AD28-0DB57320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185E-C97A-4CAB-EFF3-CB00ACB4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6997E-9BB6-AE39-BCF4-52527E671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1D5D6-0171-4A13-F166-79F7659F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53C8D-46BC-54ED-75E2-E98A158E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2A67C-96EE-E274-EC99-AC656003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1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020A-6486-95B5-188D-4C7102AD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7046-5E43-A068-06C3-EDAE3D704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82FC6-7E94-4512-DE8B-1E8E49235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7317E-22D5-F41A-B7CC-1F590EA4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CD7E1-4A18-3443-46F5-5025A2D2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304D6-A34F-4FEC-9F09-B51280C1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7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9559-5A71-0D9E-0F57-E8C22651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AC1CF-121C-6714-6E0C-C42D0C1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14AC8-C40D-70B8-74B5-DA73154D1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2D824-9956-D324-D58D-FA8309E23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380A3-C7E1-7C32-068E-C059257A8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52656-3387-FCDE-00D9-E9D9F94D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EAB05-625B-07DC-BB63-8FDAECE6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14CC9-9FE6-6D2E-DDED-0CE8E31D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5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F9DF-95F0-FBAD-FDE5-FB929201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473A7-C524-B27D-FC3F-2F4EE8B8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DD809-C893-E78C-9970-D6C7C1F7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08362-9917-AC3A-5478-357EF552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95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D59A4-2888-15E0-F7A2-91DD0BB9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2CEE7-125A-0EED-E9B4-B070ADC2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6F295-854D-BE8C-FEE3-D81DB0C3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5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B137-CAB0-0381-B947-79E372662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0AE24-2E9C-D597-BDB7-EFECDFFB8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721B9-93B9-C336-3924-B77D3056F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15F7D-F718-014F-6D58-5B9A9540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53309-441F-2728-FE33-AC747DCB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E7AE2-9183-A76E-0264-C8409111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1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D501-72FB-876A-7A56-99DA82D7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998EB-7F84-9376-241E-4BB3158EB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5BEDC-42D7-BE30-8EBC-6D9593EE1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E2A9F-8158-09E6-C88A-7E98DE06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C5F3A-EF71-5218-A8E0-1A41F55E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F4D3D-C768-833D-BCFC-7D9B68A2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DD77-8898-29EC-47A4-9A7D950A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92E75-AABD-E0D6-D7CF-BE18D01DA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3C433-8806-5715-C3A4-982923033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206B4-22CE-C67B-4EA5-B942507A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8B7F3-D259-8963-3E57-8BD86B7A3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2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3BBC8-E067-4122-C284-8BF69A1C3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455E6-12B2-B7E3-DF2A-3A2BDB3B6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08A85-9933-1D8A-B84F-5FB22911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8F99C-AB0C-8B8D-F25A-1B475126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501B-5363-F156-389F-B98217FA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0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178963-DD9F-E58D-66DB-CA60F3817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9BC25-E82D-B73D-6B76-268881B5F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EE981-2FAD-CCC8-AD3B-2D7A03414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4EB93-5A01-1645-8D95-1C2D06739C8F}" type="datetimeFigureOut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5B2AB-F2E0-5561-B947-05A4757E4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B900C-6228-4738-DAC3-679BBD086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37E87-EA7C-EC42-B397-138FF4478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3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5ECA666E-BBEC-1071-30F6-52D5955D735A}"/>
              </a:ext>
            </a:extLst>
          </p:cNvPr>
          <p:cNvGrpSpPr/>
          <p:nvPr/>
        </p:nvGrpSpPr>
        <p:grpSpPr>
          <a:xfrm>
            <a:off x="1307216" y="1158089"/>
            <a:ext cx="8027283" cy="4673275"/>
            <a:chOff x="1307216" y="1158089"/>
            <a:chExt cx="8027283" cy="4673275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A5B41C1-267C-E1DF-B5F1-808719D0D57A}"/>
                </a:ext>
              </a:extLst>
            </p:cNvPr>
            <p:cNvCxnSpPr/>
            <p:nvPr/>
          </p:nvCxnSpPr>
          <p:spPr>
            <a:xfrm flipV="1">
              <a:off x="1828800" y="1803400"/>
              <a:ext cx="0" cy="3187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166D355-D062-A8C0-C59D-3DE43BA3A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9200" y="3225800"/>
              <a:ext cx="0" cy="17653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187A6C-CDA5-D25D-5F83-45B7685A7D3D}"/>
                </a:ext>
              </a:extLst>
            </p:cNvPr>
            <p:cNvSpPr txBox="1"/>
            <p:nvPr/>
          </p:nvSpPr>
          <p:spPr>
            <a:xfrm>
              <a:off x="1670051" y="2217261"/>
              <a:ext cx="5778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--------------------------------------------------------------------------------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BE0CF2-1155-D3FD-532F-F132B7D66DB8}"/>
                </a:ext>
              </a:extLst>
            </p:cNvPr>
            <p:cNvSpPr txBox="1"/>
            <p:nvPr/>
          </p:nvSpPr>
          <p:spPr>
            <a:xfrm>
              <a:off x="1648115" y="397648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--------------------------------------------------------------------------------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581402-79B9-8D90-CA96-781BC5898B8B}"/>
                </a:ext>
              </a:extLst>
            </p:cNvPr>
            <p:cNvSpPr txBox="1"/>
            <p:nvPr/>
          </p:nvSpPr>
          <p:spPr>
            <a:xfrm>
              <a:off x="1585223" y="4970228"/>
              <a:ext cx="1016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Low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A51248-4994-E175-0AA4-8CD8C72ADD38}"/>
                </a:ext>
              </a:extLst>
            </p:cNvPr>
            <p:cNvSpPr txBox="1"/>
            <p:nvPr/>
          </p:nvSpPr>
          <p:spPr>
            <a:xfrm>
              <a:off x="1584416" y="1451447"/>
              <a:ext cx="635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High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8096E94-7C83-3C19-1551-E704F9239F23}"/>
                </a:ext>
              </a:extLst>
            </p:cNvPr>
            <p:cNvCxnSpPr/>
            <p:nvPr/>
          </p:nvCxnSpPr>
          <p:spPr>
            <a:xfrm flipV="1">
              <a:off x="3756303" y="1835150"/>
              <a:ext cx="0" cy="31877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547F764-5E5D-822D-1700-A561832ECEE6}"/>
                </a:ext>
              </a:extLst>
            </p:cNvPr>
            <p:cNvCxnSpPr/>
            <p:nvPr/>
          </p:nvCxnSpPr>
          <p:spPr>
            <a:xfrm flipV="1">
              <a:off x="5969000" y="1835150"/>
              <a:ext cx="0" cy="31877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B0EC26A-977E-490E-CE56-7D37E4C63227}"/>
                </a:ext>
              </a:extLst>
            </p:cNvPr>
            <p:cNvCxnSpPr>
              <a:cxnSpLocks/>
            </p:cNvCxnSpPr>
            <p:nvPr/>
          </p:nvCxnSpPr>
          <p:spPr>
            <a:xfrm>
              <a:off x="2608483" y="3397250"/>
              <a:ext cx="1014193" cy="1540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FB2A0C1-80D9-6595-42C1-7DCAA8958A01}"/>
                </a:ext>
              </a:extLst>
            </p:cNvPr>
            <p:cNvCxnSpPr>
              <a:cxnSpLocks/>
            </p:cNvCxnSpPr>
            <p:nvPr/>
          </p:nvCxnSpPr>
          <p:spPr>
            <a:xfrm>
              <a:off x="3991822" y="2217261"/>
              <a:ext cx="1812077" cy="25960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E82BEE-F170-96F3-EDD4-53E10C998926}"/>
                </a:ext>
              </a:extLst>
            </p:cNvPr>
            <p:cNvSpPr txBox="1"/>
            <p:nvPr/>
          </p:nvSpPr>
          <p:spPr>
            <a:xfrm>
              <a:off x="6026142" y="4254668"/>
              <a:ext cx="27576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Threshold for effective resistance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6AB847-D0BA-9486-2B99-FE0C034C57BA}"/>
                </a:ext>
              </a:extLst>
            </p:cNvPr>
            <p:cNvSpPr txBox="1"/>
            <p:nvPr/>
          </p:nvSpPr>
          <p:spPr>
            <a:xfrm rot="16200000">
              <a:off x="-111492" y="2576797"/>
              <a:ext cx="3206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Amplitude of defense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7D92A83-04F8-83EF-41BD-A959A28EA2BB}"/>
                </a:ext>
              </a:extLst>
            </p:cNvPr>
            <p:cNvSpPr txBox="1"/>
            <p:nvPr/>
          </p:nvSpPr>
          <p:spPr>
            <a:xfrm>
              <a:off x="2277506" y="141831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PTI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536BE3-A1B1-D23E-0050-C9AE43CA63A0}"/>
                </a:ext>
              </a:extLst>
            </p:cNvPr>
            <p:cNvSpPr txBox="1"/>
            <p:nvPr/>
          </p:nvSpPr>
          <p:spPr>
            <a:xfrm>
              <a:off x="2887106" y="1406604"/>
              <a:ext cx="541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599E21-E8C4-ABDF-7526-8138164B2A46}"/>
                </a:ext>
              </a:extLst>
            </p:cNvPr>
            <p:cNvSpPr txBox="1"/>
            <p:nvPr/>
          </p:nvSpPr>
          <p:spPr>
            <a:xfrm>
              <a:off x="3476903" y="1423426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ETI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28D9DE-6135-D3BA-638B-B39C29CB6522}"/>
                </a:ext>
              </a:extLst>
            </p:cNvPr>
            <p:cNvSpPr txBox="1"/>
            <p:nvPr/>
          </p:nvSpPr>
          <p:spPr>
            <a:xfrm>
              <a:off x="4444917" y="1418312"/>
              <a:ext cx="541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ETS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F469-3EE3-9D74-F527-255B1FBCDAED}"/>
                </a:ext>
              </a:extLst>
            </p:cNvPr>
            <p:cNvSpPr txBox="1"/>
            <p:nvPr/>
          </p:nvSpPr>
          <p:spPr>
            <a:xfrm>
              <a:off x="5765717" y="1422479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ETI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FB8861-E696-03EA-C1CF-F556BC985066}"/>
                </a:ext>
              </a:extLst>
            </p:cNvPr>
            <p:cNvSpPr txBox="1"/>
            <p:nvPr/>
          </p:nvSpPr>
          <p:spPr>
            <a:xfrm>
              <a:off x="2582306" y="2649419"/>
              <a:ext cx="11959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Pathogen effectors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6A09F18-5B1D-6B52-8605-665C37477DD2}"/>
                </a:ext>
              </a:extLst>
            </p:cNvPr>
            <p:cNvSpPr txBox="1"/>
            <p:nvPr/>
          </p:nvSpPr>
          <p:spPr>
            <a:xfrm>
              <a:off x="5027068" y="3152160"/>
              <a:ext cx="11959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</a:rPr>
                <a:t>Pathogen effectors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83404A3-757E-B6DF-06D4-220DBCDD350F}"/>
                </a:ext>
              </a:extLst>
            </p:cNvPr>
            <p:cNvSpPr txBox="1"/>
            <p:nvPr/>
          </p:nvSpPr>
          <p:spPr>
            <a:xfrm>
              <a:off x="6324517" y="3442880"/>
              <a:ext cx="1124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70C0"/>
                  </a:solidFill>
                </a:rPr>
                <a:t>Avr</a:t>
              </a:r>
              <a:r>
                <a:rPr lang="en-US" dirty="0">
                  <a:solidFill>
                    <a:srgbClr val="0070C0"/>
                  </a:solidFill>
                </a:rPr>
                <a:t>-R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250250-67DD-9186-2074-914996084365}"/>
                </a:ext>
              </a:extLst>
            </p:cNvPr>
            <p:cNvSpPr txBox="1"/>
            <p:nvPr/>
          </p:nvSpPr>
          <p:spPr>
            <a:xfrm>
              <a:off x="3906113" y="3467681"/>
              <a:ext cx="1124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</a:rPr>
                <a:t>Avr</a:t>
              </a:r>
              <a:r>
                <a:rPr lang="en-US" dirty="0">
                  <a:solidFill>
                    <a:srgbClr val="FF0000"/>
                  </a:solidFill>
                </a:rPr>
                <a:t>-R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EFB9C7C-6889-69D4-0D39-43C27597271A}"/>
                </a:ext>
              </a:extLst>
            </p:cNvPr>
            <p:cNvSpPr/>
            <p:nvPr/>
          </p:nvSpPr>
          <p:spPr>
            <a:xfrm>
              <a:off x="2771323" y="3272653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753C27C-D8A4-F990-34FA-4B1D769F4FB3}"/>
                </a:ext>
              </a:extLst>
            </p:cNvPr>
            <p:cNvSpPr/>
            <p:nvPr/>
          </p:nvSpPr>
          <p:spPr>
            <a:xfrm>
              <a:off x="2799030" y="3522037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91C65F6-E023-7439-46B2-0E9CBE015FD9}"/>
                </a:ext>
              </a:extLst>
            </p:cNvPr>
            <p:cNvSpPr/>
            <p:nvPr/>
          </p:nvSpPr>
          <p:spPr>
            <a:xfrm>
              <a:off x="2521935" y="3494323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3231F80-94F0-ED37-43C5-C07976C99C52}"/>
                </a:ext>
              </a:extLst>
            </p:cNvPr>
            <p:cNvSpPr/>
            <p:nvPr/>
          </p:nvSpPr>
          <p:spPr>
            <a:xfrm>
              <a:off x="2743608" y="3729852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EF58A3C-DBD6-BCD8-BD3C-AE00C29534A4}"/>
                </a:ext>
              </a:extLst>
            </p:cNvPr>
            <p:cNvSpPr/>
            <p:nvPr/>
          </p:nvSpPr>
          <p:spPr>
            <a:xfrm>
              <a:off x="3089973" y="3660578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279E17F-550F-6398-6A6A-E35AF93BC75F}"/>
                </a:ext>
              </a:extLst>
            </p:cNvPr>
            <p:cNvSpPr/>
            <p:nvPr/>
          </p:nvSpPr>
          <p:spPr>
            <a:xfrm>
              <a:off x="3006842" y="3868398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35C6A44-E81B-4D9A-ACFE-28153F1CD443}"/>
                </a:ext>
              </a:extLst>
            </p:cNvPr>
            <p:cNvSpPr/>
            <p:nvPr/>
          </p:nvSpPr>
          <p:spPr>
            <a:xfrm>
              <a:off x="4419881" y="2565824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F9B7471-C23D-3E0A-239E-D4243FFB243D}"/>
                </a:ext>
              </a:extLst>
            </p:cNvPr>
            <p:cNvSpPr/>
            <p:nvPr/>
          </p:nvSpPr>
          <p:spPr>
            <a:xfrm>
              <a:off x="4572281" y="2718224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1C3A5F1-807C-F819-DD8C-B79614A80D60}"/>
                </a:ext>
              </a:extLst>
            </p:cNvPr>
            <p:cNvSpPr/>
            <p:nvPr/>
          </p:nvSpPr>
          <p:spPr>
            <a:xfrm>
              <a:off x="4752391" y="2551967"/>
              <a:ext cx="152395" cy="86479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D4F5A93-A207-6ABD-0C11-AF5CD9E7DDDE}"/>
                </a:ext>
              </a:extLst>
            </p:cNvPr>
            <p:cNvSpPr/>
            <p:nvPr/>
          </p:nvSpPr>
          <p:spPr>
            <a:xfrm>
              <a:off x="4863226" y="2829061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D1E6097-222C-FCCE-77C0-3C047F887200}"/>
                </a:ext>
              </a:extLst>
            </p:cNvPr>
            <p:cNvSpPr/>
            <p:nvPr/>
          </p:nvSpPr>
          <p:spPr>
            <a:xfrm>
              <a:off x="5278866" y="2607384"/>
              <a:ext cx="152395" cy="8647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E5EB6E7-43AD-30F5-6BCF-96FD6826A0D8}"/>
                </a:ext>
              </a:extLst>
            </p:cNvPr>
            <p:cNvSpPr/>
            <p:nvPr/>
          </p:nvSpPr>
          <p:spPr>
            <a:xfrm>
              <a:off x="5112609" y="2732074"/>
              <a:ext cx="152395" cy="86479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73E779D-6394-07AF-BA46-77045A91EED3}"/>
                </a:ext>
              </a:extLst>
            </p:cNvPr>
            <p:cNvSpPr txBox="1"/>
            <p:nvPr/>
          </p:nvSpPr>
          <p:spPr>
            <a:xfrm>
              <a:off x="6223001" y="1939944"/>
              <a:ext cx="3111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Threshold for HR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24A976F-BEBB-EDA0-1404-B74EDF66A95A}"/>
                </a:ext>
              </a:extLst>
            </p:cNvPr>
            <p:cNvSpPr txBox="1"/>
            <p:nvPr/>
          </p:nvSpPr>
          <p:spPr>
            <a:xfrm>
              <a:off x="3089973" y="5462032"/>
              <a:ext cx="945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PAMPS</a:t>
              </a:r>
            </a:p>
          </p:txBody>
        </p:sp>
        <p:sp>
          <p:nvSpPr>
            <p:cNvPr id="60" name="Diamond 59">
              <a:extLst>
                <a:ext uri="{FF2B5EF4-FFF2-40B4-BE49-F238E27FC236}">
                  <a16:creationId xmlns:a16="http://schemas.microsoft.com/office/drawing/2014/main" id="{2DBB6676-32F1-3C09-3881-60DA866C7FFB}"/>
                </a:ext>
              </a:extLst>
            </p:cNvPr>
            <p:cNvSpPr/>
            <p:nvPr/>
          </p:nvSpPr>
          <p:spPr>
            <a:xfrm>
              <a:off x="2277506" y="5092700"/>
              <a:ext cx="211694" cy="184666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Diamond 60">
              <a:extLst>
                <a:ext uri="{FF2B5EF4-FFF2-40B4-BE49-F238E27FC236}">
                  <a16:creationId xmlns:a16="http://schemas.microsoft.com/office/drawing/2014/main" id="{32E05677-5F7A-A901-6A0F-2EDFD650EC41}"/>
                </a:ext>
              </a:extLst>
            </p:cNvPr>
            <p:cNvSpPr/>
            <p:nvPr/>
          </p:nvSpPr>
          <p:spPr>
            <a:xfrm>
              <a:off x="2416088" y="5328855"/>
              <a:ext cx="211694" cy="184666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Diamond 61">
              <a:extLst>
                <a:ext uri="{FF2B5EF4-FFF2-40B4-BE49-F238E27FC236}">
                  <a16:creationId xmlns:a16="http://schemas.microsoft.com/office/drawing/2014/main" id="{B692B686-2406-AB1A-D792-30FAC9F6018B}"/>
                </a:ext>
              </a:extLst>
            </p:cNvPr>
            <p:cNvSpPr/>
            <p:nvPr/>
          </p:nvSpPr>
          <p:spPr>
            <a:xfrm>
              <a:off x="2637761" y="5175460"/>
              <a:ext cx="211694" cy="184666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Diamond 62">
              <a:extLst>
                <a:ext uri="{FF2B5EF4-FFF2-40B4-BE49-F238E27FC236}">
                  <a16:creationId xmlns:a16="http://schemas.microsoft.com/office/drawing/2014/main" id="{45F02338-333C-4759-456F-BD2493637921}"/>
                </a:ext>
              </a:extLst>
            </p:cNvPr>
            <p:cNvSpPr/>
            <p:nvPr/>
          </p:nvSpPr>
          <p:spPr>
            <a:xfrm>
              <a:off x="2713958" y="5439688"/>
              <a:ext cx="211694" cy="184666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Diamond 63">
              <a:extLst>
                <a:ext uri="{FF2B5EF4-FFF2-40B4-BE49-F238E27FC236}">
                  <a16:creationId xmlns:a16="http://schemas.microsoft.com/office/drawing/2014/main" id="{35C79ED1-8F5A-4580-29F3-352804042A6A}"/>
                </a:ext>
              </a:extLst>
            </p:cNvPr>
            <p:cNvSpPr/>
            <p:nvPr/>
          </p:nvSpPr>
          <p:spPr>
            <a:xfrm>
              <a:off x="2887106" y="5134261"/>
              <a:ext cx="211694" cy="184666"/>
            </a:xfrm>
            <a:prstGeom prst="diamond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Diamond 64">
              <a:extLst>
                <a:ext uri="{FF2B5EF4-FFF2-40B4-BE49-F238E27FC236}">
                  <a16:creationId xmlns:a16="http://schemas.microsoft.com/office/drawing/2014/main" id="{4D52027D-09FA-AE04-7C36-71FC9548AD95}"/>
                </a:ext>
              </a:extLst>
            </p:cNvPr>
            <p:cNvSpPr/>
            <p:nvPr/>
          </p:nvSpPr>
          <p:spPr>
            <a:xfrm>
              <a:off x="2117150" y="5429766"/>
              <a:ext cx="211694" cy="184666"/>
            </a:xfrm>
            <a:prstGeom prst="diamond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310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26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kaszynski</dc:creator>
  <cp:lastModifiedBy>kyle kaszynski</cp:lastModifiedBy>
  <cp:revision>3</cp:revision>
  <dcterms:created xsi:type="dcterms:W3CDTF">2024-11-01T22:38:19Z</dcterms:created>
  <dcterms:modified xsi:type="dcterms:W3CDTF">2024-11-01T23:13:02Z</dcterms:modified>
</cp:coreProperties>
</file>